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goal: understand the basics, then learn to spot scams. No investment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Shared-notebook analogy. Nobody legitimate asks for a seed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each to a training sample in 04_scam_samples.md.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06_infographic_red_flags.svg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Helpline 1930 confirmed via Ministry of Home Affairs reply; recheck before publishing.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questions; run the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1887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Blockchain Basics &amp; Spotting Crypto Scams</a:t>
            </a:r>
            <a:endParaRPr lang="en-US" sz="38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For college students and young investors</a:t>
            </a:r>
            <a:endParaRPr lang="en-US" sz="2200" dirty="0"/>
          </a:p>
        </p:txBody>
      </p:sp>
      <p:sp>
        <p:nvSpPr>
          <p:cNvPr id="4" name="Credit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Education only. Not financial advice.  |  [YOUR NAME], [COLLEGE],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Blockchain and wallets</a:t>
            </a:r>
            <a:endParaRPr lang="en-US" sz="2800" dirty="0"/>
          </a:p>
        </p:txBody>
      </p:sp>
      <p:sp>
        <p:nvSpPr>
          <p:cNvPr id="4" name="Body"/>
          <p:cNvSpPr txBox="1"/>
          <p:nvPr/>
        </p:nvSpPr>
        <p:spPr>
          <a:xfrm>
            <a:off x="548640" y="12344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Blockchain: a shared digital notebook; blocks linked in a chain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irreversible, and not a guarantee of safety or profit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hold keys, not coins. Public address is shareable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/ seed phrase: never share it with anyone</a:t>
            </a:r>
            <a:endParaRPr lang="en-US" sz="20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Education only. Not financial advice. No coin, app or wallet is endorsed.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scams work</a:t>
            </a:r>
            <a:endParaRPr lang="en-US" sz="2800" dirty="0"/>
          </a:p>
        </p:txBody>
      </p:sp>
      <p:sp>
        <p:nvSpPr>
          <p:cNvPr id="4" name="Body"/>
          <p:cNvSpPr txBox="1"/>
          <p:nvPr/>
        </p:nvSpPr>
        <p:spPr>
          <a:xfrm>
            <a:off x="548640" y="12344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hack people, not the blockchain (social engineering, CISA)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apps and groups, impersonation, phishing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Giveaways, "wrong-number" romance investments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to withdraw, fake recovery agents</a:t>
            </a:r>
            <a:endParaRPr lang="en-US" sz="20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Education only. Not financial advice. No coin, app or wallet is endorsed.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red flags</a:t>
            </a:r>
            <a:endParaRPr lang="en-US" sz="2800" dirty="0"/>
          </a:p>
        </p:txBody>
      </p:sp>
      <p:sp>
        <p:nvSpPr>
          <p:cNvPr id="4" name="Body"/>
          <p:cNvSpPr txBox="1"/>
          <p:nvPr/>
        </p:nvSpPr>
        <p:spPr>
          <a:xfrm>
            <a:off x="548640" y="12344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returns  |  Asks for seed phrase or OTP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and secrecy  |  Fee to withdraw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gives tips  |  Unverifiable "registration"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 1, get 2"  |  App from a link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flags: stop</a:t>
            </a:r>
            <a:endParaRPr lang="en-US" sz="20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Education only. Not financial advice. No coin, app or wallet is endorsed.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Pause, Verify, Report</a:t>
            </a:r>
            <a:endParaRPr lang="en-US" sz="2800" dirty="0"/>
          </a:p>
        </p:txBody>
      </p:sp>
      <p:sp>
        <p:nvSpPr>
          <p:cNvPr id="4" name="Body"/>
          <p:cNvSpPr txBox="1"/>
          <p:nvPr/>
        </p:nvSpPr>
        <p:spPr>
          <a:xfrm>
            <a:off x="548640" y="12344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Pause: wait 24 hours before sending money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check the regulator register; search name + scam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trusted person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bank, 1930 / cybercrime.gov.in (India), ReportFraud.ftc.gov (US)</a:t>
            </a:r>
            <a:endParaRPr lang="en-US" sz="20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Education only. Not financial advice. No coin, app or wallet is endorsed.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Key takeaways</a:t>
            </a:r>
            <a:endParaRPr lang="en-US" sz="2800" dirty="0"/>
          </a:p>
        </p:txBody>
      </p:sp>
      <p:sp>
        <p:nvSpPr>
          <p:cNvPr id="4" name="Body"/>
          <p:cNvSpPr txBox="1"/>
          <p:nvPr/>
        </p:nvSpPr>
        <p:spPr>
          <a:xfrm>
            <a:off x="548640" y="12344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promise of profit is trustworthy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seed phrases, OTPs or PINs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sources: RBI, SEBI, CERT-In, FTC, CISA. Rules change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checklist with a friend</a:t>
            </a:r>
            <a:endParaRPr lang="en-US" sz="20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Education only. Not financial advice. No coin, app or wallet is endorsed.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Basics &amp; Spotting Crypto Scams</dc:title>
  <dc:subject>PptxGenJS Presentation</dc:subject>
  <dc:creator>[YOUR NAME]</dc:creator>
  <cp:lastModifiedBy>[YOUR NAME]</cp:lastModifiedBy>
  <cp:revision>1</cp:revision>
  <dcterms:created xsi:type="dcterms:W3CDTF">2026-10-24T11:25:25Z</dcterms:created>
  <dcterms:modified xsi:type="dcterms:W3CDTF">2026-10-24T11:25:25Z</dcterms:modified>
</cp:coreProperties>
</file>